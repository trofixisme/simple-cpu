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2563EB"/>
                </a:solidFill>
                <a:latin typeface="Segoe UI"/>
              </a:defRPr>
            </a:pPr>
            <a:r>
              <a:t>Simple CPU Emulator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Deep Dive into C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A highly detailed breakdown of the exact logic running inside our core source files (`.c`), detailing hardware simulation mechanisms and memory manipulation.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Project Implementation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Core Files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The executable logic is divided into four distinct C source files. We will strictly focus on how these files operate natively.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60320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1. registers.c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Allocates the simulated memory array, creates global variables representing hardware registers, and handles masked write limits.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560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4023360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2. fetchDecodeExecute.c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Implements the core machine loop functions. Manages program counter incrementing and opcode isolation via bitwise operations.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02336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5255" y="2560320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3. instructions.c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Contains the specific algorithmic definitions for the 15+ supported instructions, memory pointer handling, and ASCII visualization.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5255" y="2560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5255" y="4023360"/>
            <a:ext cx="466344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4. assembler.c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Provides the sscanf based string-parsing engine that builds 16-bit binary integers out of human-written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5255" y="402336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Hardware State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registers.c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This file allocates the state variables used by the entire processor. Standard integer types simulate size-specific hardware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Memory: Simulated as a massive array: int memory[4096]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16-bit Registers: AC (Accumulator), IR (Instruction Register), MBR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12-bit Registers: PC (Program Counter) and MAR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8-bit Registers: InREG and OutREG for standard I/O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2560320"/>
            <a:ext cx="46634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// registers.c globals</a:t>
            </a:r>
            <a:br/>
            <a:r>
              <a:t>int cpuClock = 0;</a:t>
            </a:r>
            <a:br/>
            <a:br/>
            <a:r>
              <a:t>int AC = 0, IR = 0, MBR = 0;</a:t>
            </a:r>
            <a:br/>
            <a:r>
              <a:t>int PC = 0, MAR = 0;</a:t>
            </a:r>
            <a:br/>
            <a:r>
              <a:t>int InREG = 0, OutREG = 0;</a:t>
            </a:r>
            <a:br/>
            <a:br/>
            <a:r>
              <a:t>int data_bus = 0;</a:t>
            </a:r>
            <a:br/>
            <a:r>
              <a:t>int memory[4096];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Enforcing Hardware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registers.c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C integer variables are usually 32-bits, but our CPU must behave strictly according to 8/12/16-bit boundaries. This file uses MASK macros (&amp; 0xFFFF) to forcibly truncate.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74320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The CPU Clock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Every single setter function (like write_AC) and memory interaction (like mem_read) inherently increments the global cpuClock variable, acting as an accurate performance profiler.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7432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5255" y="256032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// C macros force bit limits</a:t>
            </a:r>
            <a:br/>
            <a:r>
              <a:t>#define MASK16(val) ((val)&amp;0xFFFF)</a:t>
            </a:r>
            <a:br/>
            <a:r>
              <a:t>#define MASK12(val) ((val)&amp;0xFFF)</a:t>
            </a:r>
            <a:br/>
            <a:br/>
            <a:r>
              <a:t>void write_AC(int val) {</a:t>
            </a:r>
            <a:br/>
            <a:r>
              <a:t>    AC = MASK16(val);</a:t>
            </a:r>
            <a:br/>
            <a:r>
              <a:t>    cpuClock++;</a:t>
            </a:r>
            <a:br/>
            <a:r>
              <a:t>}</a:t>
            </a:r>
            <a:br/>
            <a:br/>
            <a:r>
              <a:t>void write_MAR(int val) {</a:t>
            </a:r>
            <a:br/>
            <a:r>
              <a:t>    MAR = MASK12(val);</a:t>
            </a:r>
            <a:br/>
            <a:r>
              <a:t>    cpuClock++;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The FDE Cycle: Fetch &amp; Decode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fetchDecodeExecute.c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The cycle engine lives here. The fetch() function dictates how exactly memory turns into an executable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Push current PC to MAR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Read memory via data_bus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Store result in IR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Increment 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3891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Next, decode() isolates the 4-bit opcode and 12-bit address variables from the 16-bit 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5255" y="237744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void fetch(void) {</a:t>
            </a:r>
            <a:br/>
            <a:r>
              <a:t>    write_MAR(PC);</a:t>
            </a:r>
            <a:br/>
            <a:r>
              <a:t>    data_bus = mem_read(MAR);</a:t>
            </a:r>
            <a:br/>
            <a:r>
              <a:t>    write_IR(data_bus);</a:t>
            </a:r>
            <a:br/>
            <a:r>
              <a:t>    write_PC(PC + 1);</a:t>
            </a:r>
            <a:br/>
            <a:r>
              <a:t>}</a:t>
            </a:r>
            <a:br/>
            <a:br/>
            <a:r>
              <a:t>void decode(void) {</a:t>
            </a:r>
            <a:br/>
            <a:r>
              <a:t>    // Shift away lower 12 bits</a:t>
            </a:r>
            <a:br/>
            <a:r>
              <a:t>    opcode = (IR &gt;&gt; 12) &amp; 0xF;</a:t>
            </a:r>
            <a:br/>
            <a:r>
              <a:t>    // Mask away top 4 bits</a:t>
            </a:r>
            <a:br/>
            <a:r>
              <a:t>    write_MAR(IR &amp; 0x0FFF);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The FDE Cycle: Execution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fetchDecodeExecute.c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Once the opcode integer is parsed (0x1 through 0xD), the execute() function acts as a gigantic hardware multiplexer, triggering functions exported from instructions.c.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9390" y="2560320"/>
            <a:ext cx="457200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void execute(void) {</a:t>
            </a:r>
            <a:br/>
            <a:r>
              <a:t>    switch (opcode) {</a:t>
            </a:r>
            <a:br/>
            <a:r>
              <a:t>        case 0x1: LOAD();     break;</a:t>
            </a:r>
            <a:br/>
            <a:r>
              <a:t>        case 0x2: STORE();    break;</a:t>
            </a:r>
            <a:br/>
            <a:r>
              <a:t>        case 0x3: ADD();      break;</a:t>
            </a:r>
            <a:br/>
            <a:r>
              <a:t>        case 0x4: SUBT();     break;</a:t>
            </a:r>
            <a:br/>
            <a:r>
              <a:t>        case 0x5: IN();       break;</a:t>
            </a:r>
            <a:br/>
            <a:r>
              <a:t>        case 0x6: OUT();      break;</a:t>
            </a:r>
            <a:br/>
            <a:r>
              <a:t>        case 0x8: SKIPCOND(); break;</a:t>
            </a:r>
            <a:br/>
            <a:r>
              <a:t>        case 0xA: CLEAR();    break;</a:t>
            </a:r>
            <a:br/>
            <a:r>
              <a:t>        // ... Covers all 13 hex mappings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Direct Logic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instructions.c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This implementation file defines the actual manipulation of registers. No logic is abstracted; the internal data_bus is explicitly simulated.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603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SKIPCOND Logic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Instead of dedicated conditional jumps, SKIPCOND peeks at the top bits of the address field (stored in MAR) to compare the AC against zero (0x000 for &lt;0, 0x400 for ==0), skipping the PC ahead if true.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560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5255" y="256032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void ADD(void) {</a:t>
            </a:r>
            <a:br/>
            <a:r>
              <a:t>    data_bus = mem_read(MAR);</a:t>
            </a:r>
            <a:br/>
            <a:r>
              <a:t>    write_MBR(data_bus);</a:t>
            </a:r>
            <a:br/>
            <a:r>
              <a:t>    data_bus = MBR;</a:t>
            </a:r>
            <a:br/>
            <a:r>
              <a:t>    write_AC(AC + data_bus);</a:t>
            </a:r>
            <a:br/>
            <a:r>
              <a:t>}</a:t>
            </a:r>
            <a:br/>
            <a:br/>
            <a:r>
              <a:t>void SKIPCOND(void) {</a:t>
            </a:r>
            <a:br/>
            <a:r>
              <a:t>    if      (MAR == 0x000 &amp;&amp; AC &lt; 0)  </a:t>
            </a:r>
            <a:br/>
            <a:r>
              <a:t>        write_PC(PC+1);</a:t>
            </a:r>
            <a:br/>
            <a:r>
              <a:t>    else if (MAR == 0x400 &amp;&amp; AC == 0) </a:t>
            </a:r>
            <a:br/>
            <a:r>
              <a:t>        write_PC(PC+1);</a:t>
            </a:r>
            <a:br/>
            <a:r>
              <a:t>    else if (MAR == 0x800 &amp;&amp; AC &gt; 0)  </a:t>
            </a:r>
            <a:br/>
            <a:r>
              <a:t>        write_PC(PC+1);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Indirect Addressing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instructions.c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In addition to standard instructions, this file manages 'Indirect' pointer-following instructions (like ADDI or LOADI) and console visualization.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603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Following Pointers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In ADDI, the MAR initially holds an address that points to another address. The code intentionally calls mem_read(MAR) twice, updating the MAR with the pointer value in between reads.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560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5255" y="256032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void ADDI(void) {</a:t>
            </a:r>
            <a:br/>
            <a:r>
              <a:t>    // Fetch pointer address</a:t>
            </a:r>
            <a:br/>
            <a:r>
              <a:t>    data_bus = mem_read(MAR);</a:t>
            </a:r>
            <a:br/>
            <a:r>
              <a:t>    </a:t>
            </a:r>
            <a:br/>
            <a:r>
              <a:t>    // Follow the pointer</a:t>
            </a:r>
            <a:br/>
            <a:r>
              <a:t>    write_MAR(data_bus);          </a:t>
            </a:r>
            <a:br/>
            <a:r>
              <a:t>    </a:t>
            </a:r>
            <a:br/>
            <a:r>
              <a:t>    // Read real value &amp; add</a:t>
            </a:r>
            <a:br/>
            <a:r>
              <a:t>    data_bus = mem_read(MAR);</a:t>
            </a:r>
            <a:br/>
            <a:r>
              <a:t>    write_MBR(data_bus);</a:t>
            </a:r>
            <a:br/>
            <a:r>
              <a:t>    write_AC(MASK16(AC + MBR));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Text to Machine Code Translation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assembler.c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To create runnable programs, assembler.c reads textual instructions (like "ADD 20") and constructs the explicit 16-bit binary equivalents.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sscanf splits the string into mnemonic string and operand integer.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strcmp compares the string to known opcodes.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It left-shifts the matched opcode by 12 bits (e.g., 0x3 &lt;&lt; 12).</a:t>
            </a:r>
          </a:p>
          <a:p>
            <a:pPr>
              <a:spcAft>
                <a:spcPts val="10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■  It bitwise-ORs the operand onto the bottom 12 bits.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256032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int assemble(char *line) {</a:t>
            </a:r>
            <a:br/>
            <a:r>
              <a:t>    char mnemonic[10];</a:t>
            </a:r>
            <a:br/>
            <a:r>
              <a:t>    int operand = 0;</a:t>
            </a:r>
            <a:br/>
            <a:r>
              <a:t>    </a:t>
            </a:r>
            <a:br/>
            <a:r>
              <a:t>    sscanf(line, "%s %d", mnemonic, &amp;operand);</a:t>
            </a:r>
            <a:br/>
            <a:br/>
            <a:r>
              <a:t>    if (strcmp(mnemonic, "LOAD") == 0) </a:t>
            </a:r>
            <a:br/>
            <a:r>
              <a:t>        return MASK16((0x1 &lt;&lt; 12) | MASK12(operand)); </a:t>
            </a:r>
            <a:br/>
            <a:r>
              <a:t>        </a:t>
            </a:r>
            <a:br/>
            <a:r>
              <a:t>    else if (strcmp(mnemonic, "ADD") == 0) </a:t>
            </a:r>
            <a:br/>
            <a:r>
              <a:t>        return MASK16((0x3 &lt;&lt; 12) | MASK12(operand));</a:t>
            </a:r>
            <a:br/>
            <a:r>
              <a:t>    //... Handles all formats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172A"/>
                </a:solidFill>
                <a:latin typeface="Segoe UI"/>
              </a:defRPr>
            </a:pPr>
            <a:r>
              <a:t>Test Case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8229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Consolas"/>
              </a:defRPr>
            </a:pPr>
            <a:r>
              <a:t>program.txt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1371600"/>
            <a:ext cx="990569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43000" y="164592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  <a:latin typeface="Segoe UI"/>
              </a:defRPr>
            </a:pPr>
            <a:r>
              <a:t>Let's trace how the emulator executes the simple addition program loaded from program.txt.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56032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>
                <a:solidFill>
                  <a:srgbClr val="F8FAFC"/>
                </a:solidFill>
                <a:latin typeface="Consolas"/>
              </a:defRPr>
            </a:pPr>
            <a:r>
              <a:t>; Addr   Instruction</a:t>
            </a:r>
            <a:br/>
            <a:r>
              <a:t>0x000    INPUT       ; User -&gt; AC</a:t>
            </a:r>
            <a:br/>
            <a:r>
              <a:t>0x001    STORE 20    ; AC -&gt; Mem[20]</a:t>
            </a:r>
            <a:br/>
            <a:r>
              <a:t>0x002    INPUT       ; User -&gt; AC</a:t>
            </a:r>
            <a:br/>
            <a:r>
              <a:t>0x003    ADD   20    ; AC = AC + Mem[20]</a:t>
            </a:r>
            <a:br/>
            <a:r>
              <a:t>0x004    OUTPUT      ; Print AC</a:t>
            </a:r>
            <a:br/>
            <a:r>
              <a:t>0x005    HALT        ; 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2560320"/>
            <a:ext cx="4663440" cy="34747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500"/>
              </a:spcAft>
              <a:defRPr b="1" sz="1600">
                <a:solidFill>
                  <a:srgbClr val="2563EB"/>
                </a:solidFill>
                <a:latin typeface="Segoe UI"/>
              </a:defRPr>
            </a:pPr>
            <a:r>
              <a:t>Execution Trace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1. 0x000: IN() pauses. User types 15. AC = 15.</a:t>
            </a:r>
            <a:br/>
            <a:r>
              <a:t>2. 0x001: STORE() routes 15 from AC via MBR into memory[20].</a:t>
            </a:r>
            <a:br/>
            <a:r>
              <a:t>3. 0x002: IN() pauses. User types 25. AC = 25.</a:t>
            </a:r>
            <a:br/>
            <a:r>
              <a:t>4. 0x003: ADD() reads 15 from memory[20], updates AC = 25 + 15 = 40.</a:t>
            </a:r>
            <a:br/>
            <a:r>
              <a:t>5. 0x004: OUT() routes 40 to OutREG and prints to terminal.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5255" y="2560320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42900"/>
            <a:ext cx="11277295" cy="6172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>
            <a:outerShdw blurRad="150000" dist="50000" dir="5400000" algn="b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5943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905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0F172A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  <a:latin typeface="Segoe UI"/>
              </a:defRPr>
            </a:pPr>
            <a:r>
              <a:t>The power of this CPU emulator relies entirely on its distinct C implementation logic: registers.c enforces hardware size limits, fetchDecodeExecute.c drives the system clock and opcode isolation, instructions.c manipulates exact memory paths, and assembler.c acts as the translation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390" y="5029200"/>
            <a:ext cx="4572000" cy="9144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